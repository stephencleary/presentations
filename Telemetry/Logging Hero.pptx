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40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430" r:id="rId26"/>
    <p:sldId id="431" r:id="rId27"/>
    <p:sldId id="432" r:id="rId28"/>
    <p:sldId id="434" r:id="rId29"/>
    <p:sldId id="433" r:id="rId30"/>
    <p:sldId id="435" r:id="rId31"/>
    <p:sldId id="436" r:id="rId32"/>
    <p:sldId id="439" r:id="rId33"/>
    <p:sldId id="437" r:id="rId34"/>
    <p:sldId id="440" r:id="rId35"/>
    <p:sldId id="438" r:id="rId36"/>
    <p:sldId id="441" r:id="rId37"/>
    <p:sldId id="390" r:id="rId38"/>
    <p:sldId id="41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441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Anyone used telemetry already?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Logs, traces, metrics?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start adding Telemetry, you’ll end up with way too much.</a:t>
            </a:r>
          </a:p>
          <a:p>
            <a:r>
              <a:rPr lang="en-US" dirty="0"/>
              <a:t>Pay attention to signal and noise, and if anyone is actually using the telemetry you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010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jpeg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logging/?view=aspnetcore-10.0&amp;WT.mc_id=DT-MVP-5000058#apply-log-filter-rules-in-cod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g"/><Relationship Id="rId5" Type="http://schemas.openxmlformats.org/officeDocument/2006/relationships/hyperlink" Target="https://www.honeycomb.io/blog/bringing-most-advanced-sampling-opentelemetry-collector" TargetMode="External"/><Relationship Id="rId4" Type="http://schemas.openxmlformats.org/officeDocument/2006/relationships/hyperlink" Target="https://learn.microsoft.com/en-us/dotnet/core/diagnostics/distributed-tracing-concepts?WT.mc_id=DT-MVP-5000058#samplin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38159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80142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52F6963-DD6C-E386-1403-892B183A1647}"/>
              </a:ext>
            </a:extLst>
          </p:cNvPr>
          <p:cNvSpPr/>
          <p:nvPr/>
        </p:nvSpPr>
        <p:spPr bwMode="auto">
          <a:xfrm>
            <a:off x="6482629" y="491747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Azure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20B3ED-6B96-D462-B140-C596969A6095}"/>
              </a:ext>
            </a:extLst>
          </p:cNvPr>
          <p:cNvSpPr/>
          <p:nvPr/>
        </p:nvSpPr>
        <p:spPr bwMode="auto">
          <a:xfrm>
            <a:off x="6482628" y="5862097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AWS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D75C84-2D91-5047-987B-2D9F8292CDC4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395573" y="2777885"/>
            <a:ext cx="1087056" cy="233730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7F0B89C-3D30-700B-81A2-E78C10B4D597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5395573" y="2777885"/>
            <a:ext cx="1087055" cy="328192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329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38305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026" y="2994873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7280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0222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632" y="280184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8AA788-40D3-6B3B-59F9-79C8BEC92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15" y="3265714"/>
            <a:ext cx="3792169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3719480"/>
          </a:xfrm>
        </p:spPr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4515980"/>
          </a:xfrm>
        </p:spPr>
        <p:txBody>
          <a:bodyPr/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little automatic support (RabbitMQ does it; AWS/Azure SDKs not so much).</a:t>
            </a:r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 err="1"/>
              <a:t>HttpClient</a:t>
            </a:r>
            <a:r>
              <a:rPr lang="en-US" dirty="0"/>
              <a:t> &amp; ASP.NET Core use propagation for their Client/Server traces.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8: Asynchronous Distributed Traces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FE20B9-88C1-DF28-CB83-C7FE6B4E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924" y="3294603"/>
            <a:ext cx="3479660" cy="22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F8367F-AB1D-375E-EDD7-94DF4F9EA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Notes: Reducing Noise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E147-2E0E-F80A-00E7-95B2EB7A42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44163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Logging: </a:t>
            </a:r>
            <a:r>
              <a:rPr lang="en-US" dirty="0">
                <a:hlinkClick r:id="rId3"/>
              </a:rPr>
              <a:t>filters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Traces: </a:t>
            </a:r>
            <a:r>
              <a:rPr lang="en-US" dirty="0">
                <a:hlinkClick r:id="rId4"/>
              </a:rPr>
              <a:t>sampling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Metrics: only turn on what you need (e.g., alerts)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Consider running OTEL Collector; it can filter and transform!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5"/>
              </a:rPr>
              <a:t>Adaptive tail sampling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OTLP on-the-wire format to S3 for cold storage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Sampling on data sent to dashboards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Drop metrics not necessary for real-time alerting/dashboards</a:t>
            </a:r>
          </a:p>
        </p:txBody>
      </p:sp>
      <p:pic>
        <p:nvPicPr>
          <p:cNvPr id="5" name="Picture 4" descr="Drinking from the firehose Meme Generator - Imgflip">
            <a:extLst>
              <a:ext uri="{FF2B5EF4-FFF2-40B4-BE49-F238E27FC236}">
                <a16:creationId xmlns:a16="http://schemas.microsoft.com/office/drawing/2014/main" id="{7976156F-F090-895E-FEEF-96C8E832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6803" y="536751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95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DAA7EF-C868-0999-EDF2-553DC8E71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401" y="1708848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25640</TotalTime>
  <Words>1236</Words>
  <Application>Microsoft Office PowerPoint</Application>
  <PresentationFormat>Widescreen</PresentationFormat>
  <Paragraphs>209</Paragraphs>
  <Slides>37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.NET Telemetry in the Real World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Final Notes: Reducing Noise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459</cp:revision>
  <dcterms:created xsi:type="dcterms:W3CDTF">2013-02-28T01:41:02Z</dcterms:created>
  <dcterms:modified xsi:type="dcterms:W3CDTF">2026-10-23T22:44:48Z</dcterms:modified>
</cp:coreProperties>
</file>